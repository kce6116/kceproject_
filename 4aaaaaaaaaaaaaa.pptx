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1A5F7-62C8-3466-8DA7-75F454722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25ACD6-28F9-0AE7-154E-2BDF79CBC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2E7E6-94CA-F7C4-4574-A1384F0F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AB682-4784-0B5B-446E-E45A5DAD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BBFCC7-4E00-1134-2039-3CECC1AF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7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D56A-58E9-248C-302F-119EE33A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A6F26E-7D17-9B9F-5087-DDBB6C43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66253-EFB2-C27B-9757-82B46C55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B38DE-7D55-43D3-300C-CE992172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6E4818-25BD-E508-9E3D-A228BF10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8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8BC40-052F-A210-F9FE-39EF8806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710A5-D204-CDBC-6658-5CCD3D6F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24A2E5-4DA0-7165-6134-01CA03FE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415ECA-1987-F9D8-8C65-BA9B1530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2F084-E382-F1F2-2181-5BC6BF38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6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DE592-7A92-8804-023B-BD062323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4AB2A-31D3-C256-52A1-63F3AAD17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5D1245-2046-E3F9-B7D4-25B9B3D4F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B31BE-88AD-8A26-C81D-6220F269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E2A762-7B3C-0E50-AC7D-D4B5B19A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9E97B-FD8F-FBAD-063E-97D32C27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51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7EB6A-EE38-AA2A-1B37-5A330130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F333B5-BB44-74D8-7A8D-FF3AADA04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56ED2B-7716-D8F2-4BB0-EA791F158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8D48D4-55EF-8355-4258-F6C0633FD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C36A4A-C31F-76D0-6904-A76369DB2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62E3A-7301-3A46-5FCD-D5E2FB27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2D20FC-4E56-3EDD-E298-78D2E2EC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B88804-73CE-41AD-B27E-9C9D6F05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7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F2C6F-5C73-85C6-BB6D-39B3681E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0868CE-58FB-3729-47E8-9F5ED02A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FFB7A7-EE06-D23C-9479-68773EA3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594B97-32CB-1FAC-2A86-12504660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41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5932A6-F259-E961-D8F1-14805FAC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9D2D38-7759-7C44-4C55-EFB75479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47328-F755-C7ED-14AC-123896C0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69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49604-5DC8-857B-3FB5-79AADD62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80A60-1C18-E785-0443-552904E19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CC2EB3-0683-D9A5-C064-B0F2C3BEC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DBBB71-A9C6-C766-64D3-A5554BD9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FEE075-79F5-FBBA-BFFC-999C3091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A8570-D891-3C8F-96D4-F0778549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71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342F3-F0AE-20CA-91AA-DC72BBE4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E30686-48E7-50CD-89E8-58645DB8A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CC1D27-85D7-F6CC-C757-0FDBB83B1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1B7DE-11C1-FA09-EB6E-75C51236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723546-F5C9-A137-F47E-6CCB1071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13A71-37AC-F136-6EB1-EFB58852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36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1F626-0718-FB81-B98E-15575A33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34EBD-F7B0-BD34-4ABE-2B1EBF037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8AB94B-3C2F-7CD6-832E-EDFB02E0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40C09-C826-9F44-6AC6-571112D0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8D0E2F-A4D4-20F9-2AE3-54D8EB9B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9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6D99BB-638C-ACB5-8442-601AE03B2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A8CB1D-B4B2-735B-BBAA-8030AB99F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5E564D-B079-88A7-411E-3B8DFBF6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7DB20-9974-F1D7-EC87-126B7851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BED4B-E985-AEC9-CFCA-13127E0A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49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5A9818-8D5D-1E4C-801E-66700EAF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0307D0-FF70-3F33-67C7-71CF58478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530326-2D8D-060B-A17A-B6BBDD641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7E6AD-102D-495A-B7B6-0E1EEE4070C8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D95129-5FF3-E5A5-6252-C40C9C8A7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B4DFC-E709-691B-244C-D95FD975E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8231F-D1F9-4D49-8E7F-D70118F8A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4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12FBF-6DEE-186C-C2F0-0C1226790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일반파일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09B000-A290-8119-59D7-F0ED025CD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15371"/>
          </a:xfrm>
        </p:spPr>
        <p:txBody>
          <a:bodyPr/>
          <a:lstStyle/>
          <a:p>
            <a:r>
              <a:rPr lang="ko-KR" altLang="en-US" dirty="0"/>
              <a:t>안녕하세요</a:t>
            </a:r>
            <a:endParaRPr lang="en-US" altLang="ko-KR" dirty="0"/>
          </a:p>
          <a:p>
            <a:r>
              <a:rPr lang="en-US" altLang="ko-KR" dirty="0"/>
              <a:t>HI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05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일반파일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office22</dc:creator>
  <cp:lastModifiedBy>office22</cp:lastModifiedBy>
  <cp:revision>1</cp:revision>
  <dcterms:created xsi:type="dcterms:W3CDTF">2026-07-06T04:45:08Z</dcterms:created>
  <dcterms:modified xsi:type="dcterms:W3CDTF">2026-07-06T04:45:48Z</dcterms:modified>
</cp:coreProperties>
</file>